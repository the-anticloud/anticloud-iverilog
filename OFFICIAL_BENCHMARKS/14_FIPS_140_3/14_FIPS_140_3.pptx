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14 FIPS 140 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2026-10-02T10:26:43.203219Z | Framework ID: 14_FIPS_140_3</a:t>
            </a:r>
          </a:p>
          <a:p>
            <a:r>
              <a:t>FIPS 140-3 (NIST, 2019), ISO/IEC 19790:2012</a:t>
            </a:r>
          </a:p>
          <a:p>
            <a:r>
              <a:t>PARTIAL — SHA3-256 (FIPS-approved), AES-256-GCM (FIPS-approved); scrypt key derivation not FIPS-approved</a:t>
            </a:r>
          </a:p>
          <a:p>
            <a:r>
              <a:t>Level 2 target — SHA3/AES approved; scrypt requires substitution with PBKDF2/HKDF for full FIPS</a:t>
            </a:r>
          </a:p>
          <a:p>
            <a:r>
              <a:t>SHA3-256 (FIPS 202), AES-256-GCM (SP 800-38D) are FIPS-approved. Recommendation: replace scrypt with PBKDF2-SHA512.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